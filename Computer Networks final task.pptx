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handoutMasterIdLst>
    <p:handoutMasterId r:id="rId12"/>
  </p:handoutMasterIdLst>
  <p:sldIdLst>
    <p:sldId id="256" r:id="rId5"/>
    <p:sldId id="265" r:id="rId6"/>
    <p:sldId id="266" r:id="rId7"/>
    <p:sldId id="267" r:id="rId8"/>
    <p:sldId id="268" r:id="rId9"/>
    <p:sldId id="269" r:id="rId10"/>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760" autoAdjust="0"/>
    <p:restoredTop sz="94660"/>
  </p:normalViewPr>
  <p:slideViewPr>
    <p:cSldViewPr>
      <p:cViewPr varScale="1">
        <p:scale>
          <a:sx n="103" d="100"/>
          <a:sy n="103" d="100"/>
        </p:scale>
        <p:origin x="200" y="280"/>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r>
              <a:rPr lang="en-US"/>
              <a:t>1/8/2016</a:t>
            </a:r>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5ACAF8E-318A-4EFE-8633-D9E72ABCE0ED}" type="slidenum">
              <a:rPr/>
              <a:t>‹#›</a:t>
            </a:fld>
            <a:endParaRPr/>
          </a:p>
        </p:txBody>
      </p:sp>
    </p:spTree>
    <p:extLst>
      <p:ext uri="{BB962C8B-B14F-4D97-AF65-F5344CB8AC3E}">
        <p14:creationId xmlns:p14="http://schemas.microsoft.com/office/powerpoint/2010/main" val="2406559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r>
              <a:rPr lang="en-US"/>
              <a:t>1/8/2016</a:t>
            </a:r>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t>Click to edit Master text styles</a:t>
            </a:r>
          </a:p>
          <a:p>
            <a:pPr lvl="1" rtl="0"/>
            <a:r>
              <a:t>Second level</a:t>
            </a:r>
          </a:p>
          <a:p>
            <a:pPr lvl="2" rtl="0"/>
            <a:r>
              <a:t>Third level</a:t>
            </a:r>
          </a:p>
          <a:p>
            <a:pPr lvl="3" rtl="0"/>
            <a:r>
              <a:t>Fourth level</a:t>
            </a:r>
          </a:p>
          <a:p>
            <a:pPr lvl="4" rtl="0"/>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5EE2CF44-2B13-41B4-A334-1CDF534EEBBF}" type="slidenum">
              <a:rPr/>
              <a:t>‹#›</a:t>
            </a:fld>
            <a:endParaRPr/>
          </a:p>
        </p:txBody>
      </p:sp>
    </p:spTree>
    <p:extLst>
      <p:ext uri="{BB962C8B-B14F-4D97-AF65-F5344CB8AC3E}">
        <p14:creationId xmlns:p14="http://schemas.microsoft.com/office/powerpoint/2010/main" val="445385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userDrawn="1"/>
        </p:nvSpPr>
        <p:spPr bwMode="gray">
          <a:xfrm>
            <a:off x="0" y="2825016"/>
            <a:ext cx="12188952" cy="3180930"/>
          </a:xfrm>
          <a:prstGeom prst="rect">
            <a:avLst/>
          </a:prstGeom>
          <a:solidFill>
            <a:schemeClr val="bg1">
              <a:lumMod val="85000"/>
              <a:lumOff val="1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Rectangle 6"/>
          <p:cNvSpPr/>
          <p:nvPr userDrawn="1"/>
        </p:nvSpPr>
        <p:spPr bwMode="black">
          <a:xfrm>
            <a:off x="0" y="3075709"/>
            <a:ext cx="12188952" cy="2639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itle 1"/>
          <p:cNvSpPr>
            <a:spLocks noGrp="1"/>
          </p:cNvSpPr>
          <p:nvPr>
            <p:ph type="ctrTitle"/>
          </p:nvPr>
        </p:nvSpPr>
        <p:spPr bwMode="white">
          <a:xfrm>
            <a:off x="1066800" y="3165763"/>
            <a:ext cx="10058400" cy="1711037"/>
          </a:xfrm>
        </p:spPr>
        <p:txBody>
          <a:bodyPr rtlCol="0" anchor="b">
            <a:normAutofit/>
          </a:bodyPr>
          <a:lstStyle>
            <a:lvl1pPr algn="l">
              <a:lnSpc>
                <a:spcPct val="80000"/>
              </a:lnSpc>
              <a:defRPr sz="5400">
                <a:solidFill>
                  <a:schemeClr val="tx1"/>
                </a:solidFill>
              </a:defRPr>
            </a:lvl1pPr>
          </a:lstStyle>
          <a:p>
            <a:pPr rtl="0"/>
            <a:r>
              <a:rPr lang="en-GB"/>
              <a:t>Click to edit Master title style</a:t>
            </a:r>
            <a:endParaRPr lang="en-gb"/>
          </a:p>
        </p:txBody>
      </p:sp>
      <p:sp>
        <p:nvSpPr>
          <p:cNvPr id="3" name="Subtitle 2"/>
          <p:cNvSpPr>
            <a:spLocks noGrp="1"/>
          </p:cNvSpPr>
          <p:nvPr>
            <p:ph type="subTitle" idx="1"/>
          </p:nvPr>
        </p:nvSpPr>
        <p:spPr bwMode="white">
          <a:xfrm>
            <a:off x="1066800" y="4953000"/>
            <a:ext cx="10058400" cy="685800"/>
          </a:xfrm>
        </p:spPr>
        <p:txBody>
          <a:bodyPr rtlCol="0">
            <a:normAutofit/>
          </a:bodyPr>
          <a:lstStyle>
            <a:lvl1pPr marL="0" indent="0" algn="l">
              <a:spcBef>
                <a:spcPts val="0"/>
              </a:spcBef>
              <a:buNone/>
              <a:defRPr sz="200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GB"/>
              <a:t>Click to edit Master subtitle style</a:t>
            </a:r>
            <a:endParaRPr lang="en-gb"/>
          </a:p>
        </p:txBody>
      </p:sp>
    </p:spTree>
    <p:extLst>
      <p:ext uri="{BB962C8B-B14F-4D97-AF65-F5344CB8AC3E}">
        <p14:creationId xmlns:p14="http://schemas.microsoft.com/office/powerpoint/2010/main" val="798862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a:t>Click to edit Master title style</a:t>
            </a:r>
            <a:endParaRPr lang="en-gb"/>
          </a:p>
        </p:txBody>
      </p:sp>
      <p:sp>
        <p:nvSpPr>
          <p:cNvPr id="3" name="Content Placeholder 2"/>
          <p:cNvSpPr>
            <a:spLocks noGrp="1"/>
          </p:cNvSpPr>
          <p:nvPr>
            <p:ph idx="1"/>
          </p:nvPr>
        </p:nvSpPr>
        <p:spPr/>
        <p:txBody>
          <a:bodyPr rtlCol="0"/>
          <a:lstStyle>
            <a:lvl5pPr>
              <a:defRPr/>
            </a:lvl5p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gb"/>
          </a:p>
        </p:txBody>
      </p:sp>
      <p:sp>
        <p:nvSpPr>
          <p:cNvPr id="5" name="Footer Placeholder 4"/>
          <p:cNvSpPr>
            <a:spLocks noGrp="1"/>
          </p:cNvSpPr>
          <p:nvPr>
            <p:ph type="ftr" sz="quarter" idx="11"/>
          </p:nvPr>
        </p:nvSpPr>
        <p:spPr/>
        <p:txBody>
          <a:bodyPr rtlCol="0"/>
          <a:lstStyle/>
          <a:p>
            <a:pPr rtl="0"/>
            <a:endParaRPr lang="en-US" dirty="0"/>
          </a:p>
        </p:txBody>
      </p:sp>
      <p:sp>
        <p:nvSpPr>
          <p:cNvPr id="4" name="Date Placeholder 3"/>
          <p:cNvSpPr>
            <a:spLocks noGrp="1"/>
          </p:cNvSpPr>
          <p:nvPr>
            <p:ph type="dt" sz="half" idx="10"/>
          </p:nvPr>
        </p:nvSpPr>
        <p:spPr/>
        <p:txBody>
          <a:bodyPr rtlCol="0"/>
          <a:lstStyle/>
          <a:p>
            <a:pPr rtl="0"/>
            <a:r>
              <a:rPr lang="en-US"/>
              <a:t>1/8/2016</a:t>
            </a:r>
          </a:p>
        </p:txBody>
      </p:sp>
      <p:sp>
        <p:nvSpPr>
          <p:cNvPr id="6" name="Slide Number Placeholder 5"/>
          <p:cNvSpPr>
            <a:spLocks noGrp="1"/>
          </p:cNvSpPr>
          <p:nvPr>
            <p:ph type="sldNum" sz="quarter" idx="12"/>
          </p:nvPr>
        </p:nvSpPr>
        <p:spPr/>
        <p:txBody>
          <a:bodyPr rtlCol="0"/>
          <a:lstStyle/>
          <a:p>
            <a:pPr rtl="0"/>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4000" y="1828800"/>
            <a:ext cx="9144000" cy="2743200"/>
          </a:xfrm>
        </p:spPr>
        <p:txBody>
          <a:bodyPr rtlCol="0" anchor="b">
            <a:normAutofit/>
          </a:bodyPr>
          <a:lstStyle>
            <a:lvl1pPr>
              <a:defRPr sz="5400">
                <a:solidFill>
                  <a:schemeClr val="tx1"/>
                </a:solidFill>
              </a:defRPr>
            </a:lvl1pPr>
          </a:lstStyle>
          <a:p>
            <a:pPr rtl="0"/>
            <a:r>
              <a:rPr lang="en-GB"/>
              <a:t>Click to edit Master title style</a:t>
            </a:r>
            <a:endParaRPr lang="en-gb"/>
          </a:p>
        </p:txBody>
      </p:sp>
      <p:sp>
        <p:nvSpPr>
          <p:cNvPr id="3" name="Text Placeholder 2"/>
          <p:cNvSpPr>
            <a:spLocks noGrp="1"/>
          </p:cNvSpPr>
          <p:nvPr>
            <p:ph type="body" idx="1"/>
          </p:nvPr>
        </p:nvSpPr>
        <p:spPr>
          <a:xfrm>
            <a:off x="1524000" y="4589463"/>
            <a:ext cx="9144000" cy="1506537"/>
          </a:xfrm>
        </p:spPr>
        <p:txBody>
          <a:bodyPr rtlCol="0">
            <a:normAutofit/>
          </a:bodyPr>
          <a:lstStyle>
            <a:lvl1pPr marL="0" indent="0">
              <a:spcBef>
                <a:spcPts val="0"/>
              </a:spcBef>
              <a:buNone/>
              <a:defRPr sz="2000">
                <a:solidFill>
                  <a:schemeClr val="accent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rtl="0"/>
            <a:r>
              <a:rPr lang="en-GB"/>
              <a:t>Click to edit Master text styles</a:t>
            </a:r>
          </a:p>
        </p:txBody>
      </p:sp>
    </p:spTree>
    <p:extLst>
      <p:ext uri="{BB962C8B-B14F-4D97-AF65-F5344CB8AC3E}">
        <p14:creationId xmlns:p14="http://schemas.microsoft.com/office/powerpoint/2010/main" val="3506778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a:t>Click to edit Master title style</a:t>
            </a:r>
            <a:endParaRPr lang="en-gb"/>
          </a:p>
        </p:txBody>
      </p:sp>
      <p:sp>
        <p:nvSpPr>
          <p:cNvPr id="3" name="Content Placeholder 2"/>
          <p:cNvSpPr>
            <a:spLocks noGrp="1"/>
          </p:cNvSpPr>
          <p:nvPr>
            <p:ph sz="half" idx="1"/>
          </p:nvPr>
        </p:nvSpPr>
        <p:spPr>
          <a:xfrm>
            <a:off x="1524000" y="1825625"/>
            <a:ext cx="4343400" cy="4270375"/>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gb"/>
          </a:p>
        </p:txBody>
      </p:sp>
      <p:sp>
        <p:nvSpPr>
          <p:cNvPr id="4" name="Content Placeholder 3"/>
          <p:cNvSpPr>
            <a:spLocks noGrp="1"/>
          </p:cNvSpPr>
          <p:nvPr>
            <p:ph sz="half" idx="2"/>
          </p:nvPr>
        </p:nvSpPr>
        <p:spPr>
          <a:xfrm>
            <a:off x="6324600" y="1825625"/>
            <a:ext cx="4343400" cy="4270375"/>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gb"/>
          </a:p>
        </p:txBody>
      </p:sp>
      <p:sp>
        <p:nvSpPr>
          <p:cNvPr id="6" name="Footer Placeholder 5"/>
          <p:cNvSpPr>
            <a:spLocks noGrp="1"/>
          </p:cNvSpPr>
          <p:nvPr>
            <p:ph type="ftr" sz="quarter" idx="11"/>
          </p:nvPr>
        </p:nvSpPr>
        <p:spPr/>
        <p:txBody>
          <a:bodyPr rtlCol="0"/>
          <a:lstStyle/>
          <a:p>
            <a:pPr rtl="0"/>
            <a:endParaRPr lang="en-US"/>
          </a:p>
        </p:txBody>
      </p:sp>
      <p:sp>
        <p:nvSpPr>
          <p:cNvPr id="5" name="Date Placeholder 4"/>
          <p:cNvSpPr>
            <a:spLocks noGrp="1"/>
          </p:cNvSpPr>
          <p:nvPr>
            <p:ph type="dt" sz="half" idx="10"/>
          </p:nvPr>
        </p:nvSpPr>
        <p:spPr/>
        <p:txBody>
          <a:bodyPr rtlCol="0"/>
          <a:lstStyle/>
          <a:p>
            <a:pPr rtl="0"/>
            <a:r>
              <a:rPr lang="en-US"/>
              <a:t>1/8/2016</a:t>
            </a:r>
          </a:p>
        </p:txBody>
      </p:sp>
      <p:sp>
        <p:nvSpPr>
          <p:cNvPr id="7" name="Slide Number Placeholder 6"/>
          <p:cNvSpPr>
            <a:spLocks noGrp="1"/>
          </p:cNvSpPr>
          <p:nvPr>
            <p:ph type="sldNum" sz="quarter" idx="12"/>
          </p:nvPr>
        </p:nvSpPr>
        <p:spPr/>
        <p:txBody>
          <a:bodyPr rtlCol="0"/>
          <a:lstStyle/>
          <a:p>
            <a:pPr rtl="0"/>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a:t>Click to edit Master title style</a:t>
            </a:r>
            <a:endParaRPr lang="en-gb"/>
          </a:p>
        </p:txBody>
      </p:sp>
      <p:sp>
        <p:nvSpPr>
          <p:cNvPr id="3" name="Text Placeholder 2"/>
          <p:cNvSpPr>
            <a:spLocks noGrp="1"/>
          </p:cNvSpPr>
          <p:nvPr>
            <p:ph type="body" idx="1"/>
          </p:nvPr>
        </p:nvSpPr>
        <p:spPr>
          <a:xfrm>
            <a:off x="1527048" y="1828800"/>
            <a:ext cx="4343400" cy="685800"/>
          </a:xfrm>
        </p:spPr>
        <p:txBody>
          <a:bodyPr rtlCol="0" anchor="ctr">
            <a:normAutofit/>
          </a:bodyPr>
          <a:lstStyle>
            <a:lvl1pPr marL="0" indent="0">
              <a:spcBef>
                <a:spcPts val="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a:t>Click to edit Master text styles</a:t>
            </a:r>
          </a:p>
        </p:txBody>
      </p:sp>
      <p:sp>
        <p:nvSpPr>
          <p:cNvPr id="4" name="Content Placeholder 3"/>
          <p:cNvSpPr>
            <a:spLocks noGrp="1"/>
          </p:cNvSpPr>
          <p:nvPr>
            <p:ph sz="half" idx="2"/>
          </p:nvPr>
        </p:nvSpPr>
        <p:spPr>
          <a:xfrm>
            <a:off x="1527048" y="2514600"/>
            <a:ext cx="4343400" cy="3581401"/>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gb"/>
          </a:p>
        </p:txBody>
      </p:sp>
      <p:sp>
        <p:nvSpPr>
          <p:cNvPr id="5" name="Text Placeholder 4"/>
          <p:cNvSpPr>
            <a:spLocks noGrp="1"/>
          </p:cNvSpPr>
          <p:nvPr>
            <p:ph type="body" sz="quarter" idx="3"/>
          </p:nvPr>
        </p:nvSpPr>
        <p:spPr>
          <a:xfrm>
            <a:off x="6327648" y="1828800"/>
            <a:ext cx="4343400" cy="685800"/>
          </a:xfrm>
        </p:spPr>
        <p:txBody>
          <a:bodyPr rtlCol="0" anchor="ctr">
            <a:normAutofit/>
          </a:bodyPr>
          <a:lstStyle>
            <a:lvl1pPr marL="0" indent="0">
              <a:spcBef>
                <a:spcPts val="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a:t>Click to edit Master text styles</a:t>
            </a:r>
          </a:p>
        </p:txBody>
      </p:sp>
      <p:sp>
        <p:nvSpPr>
          <p:cNvPr id="6" name="Content Placeholder 5"/>
          <p:cNvSpPr>
            <a:spLocks noGrp="1"/>
          </p:cNvSpPr>
          <p:nvPr>
            <p:ph sz="quarter" idx="4"/>
          </p:nvPr>
        </p:nvSpPr>
        <p:spPr>
          <a:xfrm>
            <a:off x="6327648" y="2514600"/>
            <a:ext cx="4343400" cy="3581401"/>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gb"/>
          </a:p>
        </p:txBody>
      </p:sp>
      <p:sp>
        <p:nvSpPr>
          <p:cNvPr id="8" name="Footer Placeholder 7"/>
          <p:cNvSpPr>
            <a:spLocks noGrp="1"/>
          </p:cNvSpPr>
          <p:nvPr>
            <p:ph type="ftr" sz="quarter" idx="11"/>
          </p:nvPr>
        </p:nvSpPr>
        <p:spPr/>
        <p:txBody>
          <a:bodyPr rtlCol="0"/>
          <a:lstStyle/>
          <a:p>
            <a:pPr rtl="0"/>
            <a:endParaRPr lang="en-US"/>
          </a:p>
        </p:txBody>
      </p:sp>
      <p:sp>
        <p:nvSpPr>
          <p:cNvPr id="7" name="Date Placeholder 6"/>
          <p:cNvSpPr>
            <a:spLocks noGrp="1"/>
          </p:cNvSpPr>
          <p:nvPr>
            <p:ph type="dt" sz="half" idx="10"/>
          </p:nvPr>
        </p:nvSpPr>
        <p:spPr/>
        <p:txBody>
          <a:bodyPr rtlCol="0"/>
          <a:lstStyle/>
          <a:p>
            <a:pPr rtl="0"/>
            <a:r>
              <a:rPr lang="en-US"/>
              <a:t>1/8/2016</a:t>
            </a:r>
          </a:p>
        </p:txBody>
      </p:sp>
      <p:sp>
        <p:nvSpPr>
          <p:cNvPr id="9" name="Slide Number Placeholder 8"/>
          <p:cNvSpPr>
            <a:spLocks noGrp="1"/>
          </p:cNvSpPr>
          <p:nvPr>
            <p:ph type="sldNum" sz="quarter" idx="12"/>
          </p:nvPr>
        </p:nvSpPr>
        <p:spPr/>
        <p:txBody>
          <a:bodyPr rtlCol="0"/>
          <a:lstStyle/>
          <a:p>
            <a:pPr rtl="0"/>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a:t>Click to edit Master title style</a:t>
            </a:r>
            <a:endParaRPr lang="en-gb"/>
          </a:p>
        </p:txBody>
      </p:sp>
      <p:sp>
        <p:nvSpPr>
          <p:cNvPr id="4" name="Footer Placeholder 3"/>
          <p:cNvSpPr>
            <a:spLocks noGrp="1"/>
          </p:cNvSpPr>
          <p:nvPr>
            <p:ph type="ftr" sz="quarter" idx="11"/>
          </p:nvPr>
        </p:nvSpPr>
        <p:spPr/>
        <p:txBody>
          <a:bodyPr rtlCol="0"/>
          <a:lstStyle/>
          <a:p>
            <a:pPr rtl="0"/>
            <a:endParaRPr lang="en-US"/>
          </a:p>
        </p:txBody>
      </p:sp>
      <p:sp>
        <p:nvSpPr>
          <p:cNvPr id="3" name="Date Placeholder 2"/>
          <p:cNvSpPr>
            <a:spLocks noGrp="1"/>
          </p:cNvSpPr>
          <p:nvPr>
            <p:ph type="dt" sz="half" idx="10"/>
          </p:nvPr>
        </p:nvSpPr>
        <p:spPr/>
        <p:txBody>
          <a:bodyPr rtlCol="0"/>
          <a:lstStyle/>
          <a:p>
            <a:pPr rtl="0"/>
            <a:r>
              <a:rPr lang="en-US"/>
              <a:t>1/8/2016</a:t>
            </a:r>
          </a:p>
        </p:txBody>
      </p:sp>
      <p:sp>
        <p:nvSpPr>
          <p:cNvPr id="5" name="Slide Number Placeholder 4"/>
          <p:cNvSpPr>
            <a:spLocks noGrp="1"/>
          </p:cNvSpPr>
          <p:nvPr>
            <p:ph type="sldNum" sz="quarter" idx="12"/>
          </p:nvPr>
        </p:nvSpPr>
        <p:spPr/>
        <p:txBody>
          <a:bodyPr rtlCol="0"/>
          <a:lstStyle/>
          <a:p>
            <a:pPr rtl="0"/>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rtlCol="0"/>
          <a:lstStyle/>
          <a:p>
            <a:pPr rtl="0"/>
            <a:endParaRPr lang="en-US"/>
          </a:p>
        </p:txBody>
      </p:sp>
      <p:sp>
        <p:nvSpPr>
          <p:cNvPr id="2" name="Date Placeholder 1"/>
          <p:cNvSpPr>
            <a:spLocks noGrp="1"/>
          </p:cNvSpPr>
          <p:nvPr>
            <p:ph type="dt" sz="half" idx="10"/>
          </p:nvPr>
        </p:nvSpPr>
        <p:spPr/>
        <p:txBody>
          <a:bodyPr rtlCol="0"/>
          <a:lstStyle/>
          <a:p>
            <a:pPr rtl="0"/>
            <a:r>
              <a:rPr lang="en-US"/>
              <a:t>1/8/2016</a:t>
            </a:r>
          </a:p>
        </p:txBody>
      </p:sp>
      <p:sp>
        <p:nvSpPr>
          <p:cNvPr id="4" name="Slide Number Placeholder 3"/>
          <p:cNvSpPr>
            <a:spLocks noGrp="1"/>
          </p:cNvSpPr>
          <p:nvPr>
            <p:ph type="sldNum" sz="quarter" idx="12"/>
          </p:nvPr>
        </p:nvSpPr>
        <p:spPr/>
        <p:txBody>
          <a:bodyPr rtlCol="0"/>
          <a:lstStyle/>
          <a:p>
            <a:pPr rtl="0"/>
            <a:fld id="{E31375A4-56A4-47D6-9801-1991572033F7}" type="slidenum">
              <a:rPr lang="en-US" smtClean="0"/>
              <a:t>‹#›</a:t>
            </a:fld>
            <a:endParaRPr lang="en-US"/>
          </a:p>
        </p:txBody>
      </p:sp>
    </p:spTree>
    <p:extLst>
      <p:ext uri="{BB962C8B-B14F-4D97-AF65-F5344CB8AC3E}">
        <p14:creationId xmlns:p14="http://schemas.microsoft.com/office/powerpoint/2010/main" val="2146817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02587" y="1600200"/>
            <a:ext cx="3122613" cy="1828800"/>
          </a:xfrm>
        </p:spPr>
        <p:txBody>
          <a:bodyPr rtlCol="0" anchor="b">
            <a:normAutofit/>
          </a:bodyPr>
          <a:lstStyle>
            <a:lvl1pPr>
              <a:defRPr sz="3400"/>
            </a:lvl1pPr>
          </a:lstStyle>
          <a:p>
            <a:pPr rtl="0"/>
            <a:r>
              <a:rPr lang="en-GB"/>
              <a:t>Click to edit Master title style</a:t>
            </a:r>
            <a:endParaRPr lang="en-gb"/>
          </a:p>
        </p:txBody>
      </p:sp>
      <p:sp>
        <p:nvSpPr>
          <p:cNvPr id="3" name="Content Placeholder 2"/>
          <p:cNvSpPr>
            <a:spLocks noGrp="1"/>
          </p:cNvSpPr>
          <p:nvPr>
            <p:ph idx="1"/>
          </p:nvPr>
        </p:nvSpPr>
        <p:spPr>
          <a:xfrm>
            <a:off x="760412" y="762000"/>
            <a:ext cx="6400800" cy="5334000"/>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gb"/>
          </a:p>
        </p:txBody>
      </p:sp>
      <p:sp>
        <p:nvSpPr>
          <p:cNvPr id="4" name="Text Placeholder 3"/>
          <p:cNvSpPr>
            <a:spLocks noGrp="1"/>
          </p:cNvSpPr>
          <p:nvPr>
            <p:ph type="body" sz="half" idx="2"/>
          </p:nvPr>
        </p:nvSpPr>
        <p:spPr>
          <a:xfrm>
            <a:off x="8001039" y="3429000"/>
            <a:ext cx="3124161" cy="1828800"/>
          </a:xfrm>
        </p:spPr>
        <p:txBody>
          <a:bodyPr rtlCol="0"/>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GB"/>
              <a:t>Click to edit Master text styles</a:t>
            </a:r>
          </a:p>
        </p:txBody>
      </p:sp>
      <p:sp>
        <p:nvSpPr>
          <p:cNvPr id="6" name="Footer Placeholder 5"/>
          <p:cNvSpPr>
            <a:spLocks noGrp="1"/>
          </p:cNvSpPr>
          <p:nvPr>
            <p:ph type="ftr" sz="quarter" idx="11"/>
          </p:nvPr>
        </p:nvSpPr>
        <p:spPr/>
        <p:txBody>
          <a:bodyPr rtlCol="0"/>
          <a:lstStyle/>
          <a:p>
            <a:pPr rtl="0"/>
            <a:endParaRPr lang="en-US"/>
          </a:p>
        </p:txBody>
      </p:sp>
      <p:sp>
        <p:nvSpPr>
          <p:cNvPr id="5" name="Date Placeholder 4"/>
          <p:cNvSpPr>
            <a:spLocks noGrp="1"/>
          </p:cNvSpPr>
          <p:nvPr>
            <p:ph type="dt" sz="half" idx="10"/>
          </p:nvPr>
        </p:nvSpPr>
        <p:spPr/>
        <p:txBody>
          <a:bodyPr rtlCol="0"/>
          <a:lstStyle/>
          <a:p>
            <a:pPr rtl="0"/>
            <a:r>
              <a:rPr lang="en-US"/>
              <a:t>1/8/2016</a:t>
            </a:r>
          </a:p>
        </p:txBody>
      </p:sp>
      <p:sp>
        <p:nvSpPr>
          <p:cNvPr id="7" name="Slide Number Placeholder 6"/>
          <p:cNvSpPr>
            <a:spLocks noGrp="1"/>
          </p:cNvSpPr>
          <p:nvPr>
            <p:ph type="sldNum" sz="quarter" idx="12"/>
          </p:nvPr>
        </p:nvSpPr>
        <p:spPr/>
        <p:txBody>
          <a:bodyPr rtlCol="0"/>
          <a:lstStyle/>
          <a:p>
            <a:pPr rtl="0"/>
            <a:fld id="{E31375A4-56A4-47D6-9801-1991572033F7}" type="slidenum">
              <a:rPr lang="en-US" smtClean="0"/>
              <a:t>‹#›</a:t>
            </a:fld>
            <a:endParaRPr lang="en-US"/>
          </a:p>
        </p:txBody>
      </p:sp>
    </p:spTree>
    <p:extLst>
      <p:ext uri="{BB962C8B-B14F-4D97-AF65-F5344CB8AC3E}">
        <p14:creationId xmlns:p14="http://schemas.microsoft.com/office/powerpoint/2010/main" val="1667374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97952" y="1600200"/>
            <a:ext cx="3127248" cy="1828800"/>
          </a:xfrm>
        </p:spPr>
        <p:txBody>
          <a:bodyPr rtlCol="0" anchor="b">
            <a:normAutofit/>
          </a:bodyPr>
          <a:lstStyle>
            <a:lvl1pPr>
              <a:defRPr sz="3400"/>
            </a:lvl1pPr>
          </a:lstStyle>
          <a:p>
            <a:pPr rtl="0"/>
            <a:r>
              <a:rPr lang="en-GB"/>
              <a:t>Click to edit Master title style</a:t>
            </a:r>
            <a:endParaRPr lang="en-gb"/>
          </a:p>
        </p:txBody>
      </p:sp>
      <p:sp>
        <p:nvSpPr>
          <p:cNvPr id="3" name="Picture Placeholder 2"/>
          <p:cNvSpPr>
            <a:spLocks noGrp="1"/>
          </p:cNvSpPr>
          <p:nvPr>
            <p:ph type="pic" idx="1"/>
          </p:nvPr>
        </p:nvSpPr>
        <p:spPr>
          <a:xfrm>
            <a:off x="781251" y="777240"/>
            <a:ext cx="6400800" cy="5303520"/>
          </a:xfrm>
        </p:spPr>
        <p:txBody>
          <a:bodyPr tIns="457200" rtlCol="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GB"/>
              <a:t>Click icon to add picture</a:t>
            </a:r>
            <a:endParaRPr lang="en-gb"/>
          </a:p>
        </p:txBody>
      </p:sp>
      <p:sp>
        <p:nvSpPr>
          <p:cNvPr id="4" name="Text Placeholder 3"/>
          <p:cNvSpPr>
            <a:spLocks noGrp="1"/>
          </p:cNvSpPr>
          <p:nvPr>
            <p:ph type="body" sz="half" idx="2"/>
          </p:nvPr>
        </p:nvSpPr>
        <p:spPr>
          <a:xfrm>
            <a:off x="7997952" y="3429000"/>
            <a:ext cx="3127248" cy="1828800"/>
          </a:xfrm>
        </p:spPr>
        <p:txBody>
          <a:bodyPr rtlCol="0"/>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GB"/>
              <a:t>Click to edit Master text styles</a:t>
            </a:r>
          </a:p>
        </p:txBody>
      </p:sp>
      <p:sp>
        <p:nvSpPr>
          <p:cNvPr id="8" name="Rectangle 7" descr="An empty placeholder to add an image. Click on the placeholder and select the image that you wish to add."/>
          <p:cNvSpPr/>
          <p:nvPr userDrawn="1"/>
        </p:nvSpPr>
        <p:spPr bwMode="blackWhite">
          <a:xfrm>
            <a:off x="644091" y="640080"/>
            <a:ext cx="6675120" cy="5577840"/>
          </a:xfrm>
          <a:prstGeom prst="rect">
            <a:avLst/>
          </a:prstGeom>
          <a:solidFill>
            <a:srgbClr val="000000"/>
          </a:solidFill>
          <a:ln w="1016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600" dirty="0"/>
          </a:p>
        </p:txBody>
      </p:sp>
      <p:sp>
        <p:nvSpPr>
          <p:cNvPr id="6" name="Footer Placeholder 5"/>
          <p:cNvSpPr>
            <a:spLocks noGrp="1"/>
          </p:cNvSpPr>
          <p:nvPr>
            <p:ph type="ftr" sz="quarter" idx="11"/>
          </p:nvPr>
        </p:nvSpPr>
        <p:spPr/>
        <p:txBody>
          <a:bodyPr rtlCol="0"/>
          <a:lstStyle/>
          <a:p>
            <a:pPr rtl="0"/>
            <a:endParaRPr lang="en-US"/>
          </a:p>
        </p:txBody>
      </p:sp>
      <p:sp>
        <p:nvSpPr>
          <p:cNvPr id="5" name="Date Placeholder 4"/>
          <p:cNvSpPr>
            <a:spLocks noGrp="1"/>
          </p:cNvSpPr>
          <p:nvPr>
            <p:ph type="dt" sz="half" idx="10"/>
          </p:nvPr>
        </p:nvSpPr>
        <p:spPr/>
        <p:txBody>
          <a:bodyPr rtlCol="0"/>
          <a:lstStyle/>
          <a:p>
            <a:pPr rtl="0"/>
            <a:r>
              <a:rPr lang="en-US"/>
              <a:t>1/8/2016</a:t>
            </a:r>
          </a:p>
        </p:txBody>
      </p:sp>
      <p:sp>
        <p:nvSpPr>
          <p:cNvPr id="7" name="Slide Number Placeholder 6"/>
          <p:cNvSpPr>
            <a:spLocks noGrp="1"/>
          </p:cNvSpPr>
          <p:nvPr>
            <p:ph type="sldNum" sz="quarter" idx="12"/>
          </p:nvPr>
        </p:nvSpPr>
        <p:spPr/>
        <p:txBody>
          <a:bodyPr rtlCol="0"/>
          <a:lstStyle/>
          <a:p>
            <a:pPr rtl="0"/>
            <a:fld id="{E31375A4-56A4-47D6-9801-1991572033F7}" type="slidenum">
              <a:rPr lang="en-US" smtClean="0"/>
              <a:t>‹#›</a:t>
            </a:fld>
            <a:endParaRPr lang="en-US"/>
          </a:p>
        </p:txBody>
      </p:sp>
    </p:spTree>
    <p:extLst>
      <p:ext uri="{BB962C8B-B14F-4D97-AF65-F5344CB8AC3E}">
        <p14:creationId xmlns:p14="http://schemas.microsoft.com/office/powerpoint/2010/main" val="2977249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a:t>Click to edit Master title style</a:t>
            </a:r>
            <a:endParaRPr lang="en-gb"/>
          </a:p>
        </p:txBody>
      </p:sp>
      <p:sp>
        <p:nvSpPr>
          <p:cNvPr id="3" name="Vertical Text Placeholder 2"/>
          <p:cNvSpPr>
            <a:spLocks noGrp="1"/>
          </p:cNvSpPr>
          <p:nvPr>
            <p:ph type="body" orient="vert" idx="1"/>
          </p:nvPr>
        </p:nvSpPr>
        <p:spPr/>
        <p:txBody>
          <a:bodyPr vert="eaVert" rtlCol="0"/>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gb"/>
          </a:p>
        </p:txBody>
      </p:sp>
      <p:sp>
        <p:nvSpPr>
          <p:cNvPr id="5" name="Footer Placeholder 4"/>
          <p:cNvSpPr>
            <a:spLocks noGrp="1"/>
          </p:cNvSpPr>
          <p:nvPr>
            <p:ph type="ftr" sz="quarter" idx="11"/>
          </p:nvPr>
        </p:nvSpPr>
        <p:spPr/>
        <p:txBody>
          <a:bodyPr rtlCol="0"/>
          <a:lstStyle/>
          <a:p>
            <a:pPr rtl="0"/>
            <a:endParaRPr lang="en-US"/>
          </a:p>
        </p:txBody>
      </p:sp>
      <p:sp>
        <p:nvSpPr>
          <p:cNvPr id="4" name="Date Placeholder 3"/>
          <p:cNvSpPr>
            <a:spLocks noGrp="1"/>
          </p:cNvSpPr>
          <p:nvPr>
            <p:ph type="dt" sz="half" idx="10"/>
          </p:nvPr>
        </p:nvSpPr>
        <p:spPr/>
        <p:txBody>
          <a:bodyPr rtlCol="0"/>
          <a:lstStyle/>
          <a:p>
            <a:pPr rtl="0"/>
            <a:r>
              <a:rPr lang="en-US"/>
              <a:t>1/8/2016</a:t>
            </a:r>
          </a:p>
        </p:txBody>
      </p:sp>
      <p:sp>
        <p:nvSpPr>
          <p:cNvPr id="6" name="Slide Number Placeholder 5"/>
          <p:cNvSpPr>
            <a:spLocks noGrp="1"/>
          </p:cNvSpPr>
          <p:nvPr>
            <p:ph type="sldNum" sz="quarter" idx="12"/>
          </p:nvPr>
        </p:nvSpPr>
        <p:spPr/>
        <p:txBody>
          <a:bodyPr rtlCol="0"/>
          <a:lstStyle/>
          <a:p>
            <a:pPr rtl="0"/>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457199"/>
            <a:ext cx="1943100" cy="5638801"/>
          </a:xfrm>
        </p:spPr>
        <p:txBody>
          <a:bodyPr vert="eaVert" rtlCol="0"/>
          <a:lstStyle/>
          <a:p>
            <a:pPr rtl="0"/>
            <a:r>
              <a:rPr lang="en-GB"/>
              <a:t>Click to edit Master title style</a:t>
            </a:r>
            <a:endParaRPr lang="en-gb"/>
          </a:p>
        </p:txBody>
      </p:sp>
      <p:sp>
        <p:nvSpPr>
          <p:cNvPr id="3" name="Vertical Text Placeholder 2"/>
          <p:cNvSpPr>
            <a:spLocks noGrp="1"/>
          </p:cNvSpPr>
          <p:nvPr>
            <p:ph type="body" orient="vert" idx="1"/>
          </p:nvPr>
        </p:nvSpPr>
        <p:spPr>
          <a:xfrm>
            <a:off x="1524000" y="457199"/>
            <a:ext cx="7048500" cy="5638801"/>
          </a:xfrm>
        </p:spPr>
        <p:txBody>
          <a:bodyPr vert="eaVert" rtlCol="0"/>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gb"/>
          </a:p>
        </p:txBody>
      </p:sp>
      <p:sp>
        <p:nvSpPr>
          <p:cNvPr id="5" name="Footer Placeholder 4"/>
          <p:cNvSpPr>
            <a:spLocks noGrp="1"/>
          </p:cNvSpPr>
          <p:nvPr>
            <p:ph type="ftr" sz="quarter" idx="11"/>
          </p:nvPr>
        </p:nvSpPr>
        <p:spPr/>
        <p:txBody>
          <a:bodyPr rtlCol="0"/>
          <a:lstStyle/>
          <a:p>
            <a:pPr rtl="0"/>
            <a:endParaRPr lang="en-US"/>
          </a:p>
        </p:txBody>
      </p:sp>
      <p:sp>
        <p:nvSpPr>
          <p:cNvPr id="4" name="Date Placeholder 3"/>
          <p:cNvSpPr>
            <a:spLocks noGrp="1"/>
          </p:cNvSpPr>
          <p:nvPr>
            <p:ph type="dt" sz="half" idx="10"/>
          </p:nvPr>
        </p:nvSpPr>
        <p:spPr/>
        <p:txBody>
          <a:bodyPr rtlCol="0"/>
          <a:lstStyle/>
          <a:p>
            <a:pPr rtl="0"/>
            <a:r>
              <a:rPr lang="en-US"/>
              <a:t>1/8/2016</a:t>
            </a:r>
          </a:p>
        </p:txBody>
      </p:sp>
      <p:sp>
        <p:nvSpPr>
          <p:cNvPr id="6" name="Slide Number Placeholder 5"/>
          <p:cNvSpPr>
            <a:spLocks noGrp="1"/>
          </p:cNvSpPr>
          <p:nvPr>
            <p:ph type="sldNum" sz="quarter" idx="12"/>
          </p:nvPr>
        </p:nvSpPr>
        <p:spPr/>
        <p:txBody>
          <a:bodyPr rtlCol="0"/>
          <a:lstStyle/>
          <a:p>
            <a:pPr rtl="0"/>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0" y="457200"/>
            <a:ext cx="9144000" cy="1143000"/>
          </a:xfrm>
          <a:prstGeom prst="rect">
            <a:avLst/>
          </a:prstGeom>
        </p:spPr>
        <p:txBody>
          <a:bodyPr vert="horz" lIns="91440" tIns="45720" rIns="91440" bIns="45720" rtlCol="0" anchor="b">
            <a:normAutofit/>
          </a:bodyPr>
          <a:lstStyle/>
          <a:p>
            <a:pPr rtl="0"/>
            <a:r>
              <a:rPr lang="en-GB"/>
              <a:t>Click to edit Master title style</a:t>
            </a:r>
            <a:endParaRPr/>
          </a:p>
        </p:txBody>
      </p:sp>
      <p:sp>
        <p:nvSpPr>
          <p:cNvPr id="3" name="Text Placeholder 2"/>
          <p:cNvSpPr>
            <a:spLocks noGrp="1"/>
          </p:cNvSpPr>
          <p:nvPr>
            <p:ph type="body" idx="1"/>
          </p:nvPr>
        </p:nvSpPr>
        <p:spPr>
          <a:xfrm>
            <a:off x="1524000" y="1828800"/>
            <a:ext cx="9144000" cy="4267200"/>
          </a:xfrm>
          <a:prstGeom prst="rect">
            <a:avLst/>
          </a:prstGeom>
        </p:spPr>
        <p:txBody>
          <a:bodyPr vert="horz" lIns="91440" tIns="45720" rIns="91440" bIns="45720" rtlCol="0">
            <a:normAutofit/>
          </a:body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a:p>
        </p:txBody>
      </p:sp>
      <p:sp>
        <p:nvSpPr>
          <p:cNvPr id="5" name="Footer Placeholder 4"/>
          <p:cNvSpPr>
            <a:spLocks noGrp="1"/>
          </p:cNvSpPr>
          <p:nvPr>
            <p:ph type="ftr" sz="quarter" idx="3"/>
          </p:nvPr>
        </p:nvSpPr>
        <p:spPr>
          <a:xfrm>
            <a:off x="1524000" y="6362700"/>
            <a:ext cx="6881553" cy="257176"/>
          </a:xfrm>
          <a:prstGeom prst="rect">
            <a:avLst/>
          </a:prstGeom>
        </p:spPr>
        <p:txBody>
          <a:bodyPr vert="horz" lIns="91440" tIns="45720" rIns="91440" bIns="45720" rtlCol="0" anchor="ctr"/>
          <a:lstStyle>
            <a:lvl1pPr algn="l">
              <a:defRPr sz="1100">
                <a:solidFill>
                  <a:schemeClr val="tx1">
                    <a:lumMod val="85000"/>
                  </a:schemeClr>
                </a:solidFill>
              </a:defRPr>
            </a:lvl1pPr>
          </a:lstStyle>
          <a:p>
            <a:pPr rtl="0"/>
            <a:endParaRPr lang="en-US" dirty="0"/>
          </a:p>
        </p:txBody>
      </p:sp>
      <p:sp>
        <p:nvSpPr>
          <p:cNvPr id="4" name="Date Placeholder 3"/>
          <p:cNvSpPr>
            <a:spLocks noGrp="1"/>
          </p:cNvSpPr>
          <p:nvPr>
            <p:ph type="dt" sz="half" idx="2"/>
          </p:nvPr>
        </p:nvSpPr>
        <p:spPr>
          <a:xfrm>
            <a:off x="8610600" y="6362700"/>
            <a:ext cx="990600" cy="257176"/>
          </a:xfrm>
          <a:prstGeom prst="rect">
            <a:avLst/>
          </a:prstGeom>
        </p:spPr>
        <p:txBody>
          <a:bodyPr vert="horz" lIns="91440" tIns="45720" rIns="91440" bIns="45720" rtlCol="0" anchor="ctr"/>
          <a:lstStyle>
            <a:lvl1pPr algn="r">
              <a:defRPr sz="1100">
                <a:solidFill>
                  <a:schemeClr val="tx1">
                    <a:lumMod val="85000"/>
                  </a:schemeClr>
                </a:solidFill>
              </a:defRPr>
            </a:lvl1pPr>
          </a:lstStyle>
          <a:p>
            <a:pPr rtl="0"/>
            <a:r>
              <a:rPr lang="en-US"/>
              <a:t>1/8/2016</a:t>
            </a:r>
          </a:p>
        </p:txBody>
      </p:sp>
      <p:sp>
        <p:nvSpPr>
          <p:cNvPr id="6" name="Slide Number Placeholder 5"/>
          <p:cNvSpPr>
            <a:spLocks noGrp="1"/>
          </p:cNvSpPr>
          <p:nvPr>
            <p:ph type="sldNum" sz="quarter" idx="4"/>
          </p:nvPr>
        </p:nvSpPr>
        <p:spPr>
          <a:xfrm>
            <a:off x="9829800" y="6362700"/>
            <a:ext cx="838200" cy="257176"/>
          </a:xfrm>
          <a:prstGeom prst="rect">
            <a:avLst/>
          </a:prstGeom>
        </p:spPr>
        <p:txBody>
          <a:bodyPr vert="horz" lIns="91440" tIns="45720" rIns="91440" bIns="45720" rtlCol="0" anchor="ctr"/>
          <a:lstStyle>
            <a:lvl1pPr algn="r">
              <a:defRPr sz="1100">
                <a:solidFill>
                  <a:schemeClr val="tx1">
                    <a:lumMod val="85000"/>
                  </a:schemeClr>
                </a:solidFill>
              </a:defRPr>
            </a:lvl1pPr>
          </a:lstStyle>
          <a:p>
            <a:pPr rtl="0"/>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buClr>
        <a:buFont typeface="Arial" pitchFamily="34" charset="0"/>
        <a:buChar char="•"/>
        <a:defRPr sz="2000" kern="1200">
          <a:solidFill>
            <a:schemeClr val="tx1">
              <a:lumMod val="85000"/>
            </a:schemeClr>
          </a:solidFill>
          <a:latin typeface="+mn-lt"/>
          <a:ea typeface="+mn-ea"/>
          <a:cs typeface="+mn-cs"/>
        </a:defRPr>
      </a:lvl1pPr>
      <a:lvl2pPr marL="594360" indent="-228600" algn="l" defTabSz="914400" rtl="0" eaLnBrk="1" latinLnBrk="0" hangingPunct="1">
        <a:lnSpc>
          <a:spcPct val="90000"/>
        </a:lnSpc>
        <a:spcBef>
          <a:spcPts val="1000"/>
        </a:spcBef>
        <a:buClr>
          <a:schemeClr val="accent1"/>
        </a:buClr>
        <a:buFont typeface="Arial" pitchFamily="34" charset="0"/>
        <a:buChar char="•"/>
        <a:defRPr sz="1800" kern="1200">
          <a:solidFill>
            <a:schemeClr val="tx1">
              <a:lumMod val="85000"/>
            </a:schemeClr>
          </a:solidFill>
          <a:latin typeface="+mn-lt"/>
          <a:ea typeface="+mn-ea"/>
          <a:cs typeface="+mn-cs"/>
        </a:defRPr>
      </a:lvl2pPr>
      <a:lvl3pPr marL="914400" indent="-228600" algn="l" defTabSz="914400" rtl="0" eaLnBrk="1" latinLnBrk="0" hangingPunct="1">
        <a:lnSpc>
          <a:spcPct val="90000"/>
        </a:lnSpc>
        <a:spcBef>
          <a:spcPts val="800"/>
        </a:spcBef>
        <a:buClr>
          <a:schemeClr val="accent1"/>
        </a:buClr>
        <a:buFont typeface="Arial" pitchFamily="34" charset="0"/>
        <a:buChar char="•"/>
        <a:defRPr sz="1600" kern="1200">
          <a:solidFill>
            <a:schemeClr val="tx1">
              <a:lumMod val="85000"/>
            </a:schemeClr>
          </a:solidFill>
          <a:latin typeface="+mn-lt"/>
          <a:ea typeface="+mn-ea"/>
          <a:cs typeface="+mn-cs"/>
        </a:defRPr>
      </a:lvl3pPr>
      <a:lvl4pPr marL="12344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4pPr>
      <a:lvl5pPr marL="150876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5pPr>
      <a:lvl6pPr marL="178308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6pPr>
      <a:lvl7pPr marL="205740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7pPr>
      <a:lvl8pPr marL="233172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8pPr>
      <a:lvl9pPr marL="26060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3165763"/>
            <a:ext cx="10213776" cy="2063437"/>
          </a:xfrm>
        </p:spPr>
        <p:txBody>
          <a:bodyPr rtlCol="0">
            <a:normAutofit fontScale="90000"/>
          </a:bodyPr>
          <a:lstStyle/>
          <a:p>
            <a:pPr rtl="0"/>
            <a:r>
              <a:rPr lang="en-US" dirty="0"/>
              <a:t>Computer Networks a python chatroom with rock paper scissors </a:t>
            </a:r>
            <a:endParaRPr dirty="0"/>
          </a:p>
        </p:txBody>
      </p:sp>
      <p:sp>
        <p:nvSpPr>
          <p:cNvPr id="3" name="Subtitle 2"/>
          <p:cNvSpPr>
            <a:spLocks noGrp="1"/>
          </p:cNvSpPr>
          <p:nvPr>
            <p:ph type="subTitle" idx="1"/>
          </p:nvPr>
        </p:nvSpPr>
        <p:spPr>
          <a:xfrm>
            <a:off x="1066800" y="5229200"/>
            <a:ext cx="10058400" cy="685800"/>
          </a:xfrm>
        </p:spPr>
        <p:txBody>
          <a:bodyPr rtlCol="0"/>
          <a:lstStyle/>
          <a:p>
            <a:pPr rtl="0"/>
            <a:r>
              <a:rPr lang="en-US" dirty="0"/>
              <a:t>Group 19 Anirudh Gopishankar and Yohan Amaratunga</a:t>
            </a:r>
            <a:endParaRPr dirty="0"/>
          </a:p>
        </p:txBody>
      </p:sp>
    </p:spTree>
    <p:extLst>
      <p:ext uri="{BB962C8B-B14F-4D97-AF65-F5344CB8AC3E}">
        <p14:creationId xmlns:p14="http://schemas.microsoft.com/office/powerpoint/2010/main" val="242453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rtlCol="0"/>
          <a:lstStyle/>
          <a:p>
            <a:pPr rtl="0"/>
            <a:r>
              <a:rPr lang="en-US" dirty="0"/>
              <a:t>Content</a:t>
            </a:r>
            <a:endParaRPr dirty="0"/>
          </a:p>
        </p:txBody>
      </p:sp>
      <p:sp>
        <p:nvSpPr>
          <p:cNvPr id="14" name="Content Placeholder 13"/>
          <p:cNvSpPr>
            <a:spLocks noGrp="1"/>
          </p:cNvSpPr>
          <p:nvPr>
            <p:ph idx="1"/>
          </p:nvPr>
        </p:nvSpPr>
        <p:spPr/>
        <p:txBody>
          <a:bodyPr rtlCol="0"/>
          <a:lstStyle/>
          <a:p>
            <a:r>
              <a:rPr lang="en-US" dirty="0"/>
              <a:t>Concept- </a:t>
            </a:r>
            <a:r>
              <a:rPr lang="en-GB" dirty="0"/>
              <a:t>A state-managed game server using explicit TCP sockets.</a:t>
            </a:r>
            <a:endParaRPr dirty="0"/>
          </a:p>
          <a:p>
            <a:r>
              <a:rPr lang="en-US" dirty="0"/>
              <a:t>Goal- T</a:t>
            </a:r>
            <a:r>
              <a:rPr lang="en-GB" dirty="0"/>
              <a:t>o demonstrate reliable, bidirectional client-server communication without using high-level frameworks (like HTTP).</a:t>
            </a:r>
          </a:p>
          <a:p>
            <a:r>
              <a:rPr lang="en-GB" dirty="0"/>
              <a:t>Protocol- TCP (SOCK_STREAM) for reliable data transfer</a:t>
            </a:r>
          </a:p>
          <a:p>
            <a:r>
              <a:rPr lang="en-GB" dirty="0"/>
              <a:t>Network Model- Client-Server (Centralised logic on pi, Clients on laptops)</a:t>
            </a:r>
          </a:p>
          <a:p>
            <a:r>
              <a:rPr lang="en-GB" dirty="0"/>
              <a:t>Concurrency- utilised Threading to handle multiple clients (Alice and Bob) simultaneously without blocking the server loop</a:t>
            </a:r>
          </a:p>
        </p:txBody>
      </p:sp>
    </p:spTree>
    <p:extLst>
      <p:ext uri="{BB962C8B-B14F-4D97-AF65-F5344CB8AC3E}">
        <p14:creationId xmlns:p14="http://schemas.microsoft.com/office/powerpoint/2010/main" val="3042826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D1EA7CD-E1BA-7DD4-1A4E-3456010CBE26}"/>
              </a:ext>
            </a:extLst>
          </p:cNvPr>
          <p:cNvSpPr>
            <a:spLocks noGrp="1"/>
          </p:cNvSpPr>
          <p:nvPr>
            <p:ph type="title"/>
          </p:nvPr>
        </p:nvSpPr>
        <p:spPr>
          <a:xfrm>
            <a:off x="1524000" y="457200"/>
            <a:ext cx="9144000" cy="1143000"/>
          </a:xfrm>
        </p:spPr>
        <p:txBody>
          <a:bodyPr/>
          <a:lstStyle/>
          <a:p>
            <a:r>
              <a:rPr lang="en-US" dirty="0"/>
              <a:t>Use of Explicit Sockets</a:t>
            </a:r>
          </a:p>
        </p:txBody>
      </p:sp>
      <p:pic>
        <p:nvPicPr>
          <p:cNvPr id="5" name="Picture Placeholder 4">
            <a:extLst>
              <a:ext uri="{FF2B5EF4-FFF2-40B4-BE49-F238E27FC236}">
                <a16:creationId xmlns:a16="http://schemas.microsoft.com/office/drawing/2014/main" id="{8980EEE7-82BC-2EAA-F620-8A4795E960D1}"/>
              </a:ext>
            </a:extLst>
          </p:cNvPr>
          <p:cNvPicPr>
            <a:picLocks noGrp="1" noChangeAspect="1"/>
          </p:cNvPicPr>
          <p:nvPr>
            <p:ph idx="1"/>
          </p:nvPr>
        </p:nvPicPr>
        <p:blipFill>
          <a:blip r:embed="rId2"/>
          <a:stretch>
            <a:fillRect/>
          </a:stretch>
        </p:blipFill>
        <p:spPr>
          <a:xfrm>
            <a:off x="1524000" y="2853690"/>
            <a:ext cx="9144000" cy="2217420"/>
          </a:xfrm>
          <a:prstGeom prst="rect">
            <a:avLst/>
          </a:prstGeom>
          <a:noFill/>
        </p:spPr>
      </p:pic>
    </p:spTree>
    <p:extLst>
      <p:ext uri="{BB962C8B-B14F-4D97-AF65-F5344CB8AC3E}">
        <p14:creationId xmlns:p14="http://schemas.microsoft.com/office/powerpoint/2010/main" val="468133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35CAC9FA-C22E-3BC1-51BA-8DB7533AA59C}"/>
              </a:ext>
            </a:extLst>
          </p:cNvPr>
          <p:cNvSpPr>
            <a:spLocks noGrp="1"/>
          </p:cNvSpPr>
          <p:nvPr>
            <p:ph type="title"/>
          </p:nvPr>
        </p:nvSpPr>
        <p:spPr>
          <a:xfrm>
            <a:off x="1524000" y="116632"/>
            <a:ext cx="9144000" cy="1483568"/>
          </a:xfrm>
        </p:spPr>
        <p:txBody>
          <a:bodyPr>
            <a:normAutofit fontScale="90000"/>
          </a:bodyPr>
          <a:lstStyle/>
          <a:p>
            <a:r>
              <a:rPr lang="en-US" dirty="0"/>
              <a:t>Chat messages starting with ‘/’ were intercepted and turned into game moves for rock paper scissors </a:t>
            </a:r>
          </a:p>
        </p:txBody>
      </p:sp>
      <p:pic>
        <p:nvPicPr>
          <p:cNvPr id="5" name="Picture Placeholder 4" descr="A screen shot of a computer program&#10;&#10;AI-generated content may be incorrect.">
            <a:extLst>
              <a:ext uri="{FF2B5EF4-FFF2-40B4-BE49-F238E27FC236}">
                <a16:creationId xmlns:a16="http://schemas.microsoft.com/office/drawing/2014/main" id="{BF73CA7A-3556-6D9A-915A-EEA46E912ACD}"/>
              </a:ext>
            </a:extLst>
          </p:cNvPr>
          <p:cNvPicPr>
            <a:picLocks noGrp="1" noChangeAspect="1"/>
          </p:cNvPicPr>
          <p:nvPr>
            <p:ph idx="1"/>
          </p:nvPr>
        </p:nvPicPr>
        <p:blipFill>
          <a:blip r:embed="rId2"/>
          <a:srcRect r="13215" b="1"/>
          <a:stretch>
            <a:fillRect/>
          </a:stretch>
        </p:blipFill>
        <p:spPr>
          <a:xfrm>
            <a:off x="1524000" y="1828800"/>
            <a:ext cx="9144000" cy="4267200"/>
          </a:xfrm>
          <a:prstGeom prst="rect">
            <a:avLst/>
          </a:prstGeom>
          <a:noFill/>
        </p:spPr>
      </p:pic>
    </p:spTree>
    <p:extLst>
      <p:ext uri="{BB962C8B-B14F-4D97-AF65-F5344CB8AC3E}">
        <p14:creationId xmlns:p14="http://schemas.microsoft.com/office/powerpoint/2010/main" val="2506659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2733D588-D865-57D4-C6AC-9BE9C0C34F88}"/>
              </a:ext>
            </a:extLst>
          </p:cNvPr>
          <p:cNvSpPr>
            <a:spLocks noGrp="1"/>
          </p:cNvSpPr>
          <p:nvPr>
            <p:ph type="title"/>
          </p:nvPr>
        </p:nvSpPr>
        <p:spPr>
          <a:xfrm>
            <a:off x="191344" y="4581128"/>
            <a:ext cx="10801200" cy="2160240"/>
          </a:xfrm>
        </p:spPr>
        <p:txBody>
          <a:bodyPr>
            <a:normAutofit fontScale="90000"/>
          </a:bodyPr>
          <a:lstStyle/>
          <a:p>
            <a:r>
              <a:rPr lang="en-US" dirty="0"/>
              <a:t>Wireshark capture of a localhost test run of the code </a:t>
            </a:r>
            <a:br>
              <a:rPr lang="en-US" dirty="0"/>
            </a:br>
            <a:r>
              <a:rPr lang="en-US" dirty="0"/>
              <a:t>1. Lines 1-3 demonstrate the three-way handshake, verifying a successful connection established on port 9619</a:t>
            </a:r>
            <a:br>
              <a:rPr lang="en-US" dirty="0"/>
            </a:br>
            <a:r>
              <a:rPr lang="en-US" dirty="0"/>
              <a:t>2.The PSH flag in line 5 indicates the data(player move) was pushed immediately to the application layer ensuring real time responsiveness</a:t>
            </a:r>
          </a:p>
        </p:txBody>
      </p:sp>
      <p:pic>
        <p:nvPicPr>
          <p:cNvPr id="5" name="Picture Placeholder 4" descr="A screenshot of a computer&#10;&#10;AI-generated content may be incorrect.">
            <a:extLst>
              <a:ext uri="{FF2B5EF4-FFF2-40B4-BE49-F238E27FC236}">
                <a16:creationId xmlns:a16="http://schemas.microsoft.com/office/drawing/2014/main" id="{AF60C528-0F2B-506D-082B-2869D5D2616B}"/>
              </a:ext>
            </a:extLst>
          </p:cNvPr>
          <p:cNvPicPr>
            <a:picLocks noGrp="1" noChangeAspect="1"/>
          </p:cNvPicPr>
          <p:nvPr>
            <p:ph idx="1"/>
          </p:nvPr>
        </p:nvPicPr>
        <p:blipFill>
          <a:blip r:embed="rId2"/>
          <a:stretch/>
        </p:blipFill>
        <p:spPr>
          <a:xfrm>
            <a:off x="7885" y="0"/>
            <a:ext cx="12090999" cy="2780928"/>
          </a:xfrm>
          <a:prstGeom prst="rect">
            <a:avLst/>
          </a:prstGeom>
          <a:noFill/>
        </p:spPr>
      </p:pic>
    </p:spTree>
    <p:extLst>
      <p:ext uri="{BB962C8B-B14F-4D97-AF65-F5344CB8AC3E}">
        <p14:creationId xmlns:p14="http://schemas.microsoft.com/office/powerpoint/2010/main" val="3178390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B09C0-7A21-FFF8-4AD8-F0CA340B59AE}"/>
              </a:ext>
            </a:extLst>
          </p:cNvPr>
          <p:cNvSpPr>
            <a:spLocks noGrp="1"/>
          </p:cNvSpPr>
          <p:nvPr>
            <p:ph type="title"/>
          </p:nvPr>
        </p:nvSpPr>
        <p:spPr/>
        <p:txBody>
          <a:bodyPr/>
          <a:lstStyle/>
          <a:p>
            <a:r>
              <a:rPr lang="en-DE" dirty="0"/>
              <a:t>Challenge and Conclusion</a:t>
            </a:r>
          </a:p>
        </p:txBody>
      </p:sp>
      <p:sp>
        <p:nvSpPr>
          <p:cNvPr id="3" name="Content Placeholder 2">
            <a:extLst>
              <a:ext uri="{FF2B5EF4-FFF2-40B4-BE49-F238E27FC236}">
                <a16:creationId xmlns:a16="http://schemas.microsoft.com/office/drawing/2014/main" id="{87E1B0B6-0172-1F4F-28C5-85F0E680C762}"/>
              </a:ext>
            </a:extLst>
          </p:cNvPr>
          <p:cNvSpPr>
            <a:spLocks noGrp="1"/>
          </p:cNvSpPr>
          <p:nvPr>
            <p:ph idx="1"/>
          </p:nvPr>
        </p:nvSpPr>
        <p:spPr/>
        <p:txBody>
          <a:bodyPr/>
          <a:lstStyle/>
          <a:p>
            <a:r>
              <a:rPr lang="en-DE" dirty="0"/>
              <a:t>Challenge- Standard chat servers broadcast every message to all clients but, for the game it had to be modified so the client who made the move is the only one who can view it and all clients cannot view the move made until the round is over.</a:t>
            </a:r>
          </a:p>
          <a:p>
            <a:r>
              <a:rPr lang="en-DE" dirty="0"/>
              <a:t>Solution- Implementation of a conditional filler (elif block) that detects active players and intercepts game moves. It stores them in server variables (p1_move) and sends a private confirmation (client.send) instead of a public broadcast.</a:t>
            </a:r>
          </a:p>
          <a:p>
            <a:r>
              <a:rPr lang="en-DE" dirty="0"/>
              <a:t>Conclusion-  Successfully created a python live chatroom with a rock paper scissors game mode and deployed it on a raspberry pi environment along with a localhost execution of the code.</a:t>
            </a:r>
          </a:p>
        </p:txBody>
      </p:sp>
    </p:spTree>
    <p:extLst>
      <p:ext uri="{BB962C8B-B14F-4D97-AF65-F5344CB8AC3E}">
        <p14:creationId xmlns:p14="http://schemas.microsoft.com/office/powerpoint/2010/main" val="3784637477"/>
      </p:ext>
    </p:extLst>
  </p:cSld>
  <p:clrMapOvr>
    <a:masterClrMapping/>
  </p:clrMapOvr>
</p:sld>
</file>

<file path=ppt/theme/theme1.xml><?xml version="1.0" encoding="utf-8"?>
<a:theme xmlns:a="http://schemas.openxmlformats.org/drawingml/2006/main" name="Tech Computer 16x9">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2901026.potx" id="{468775DC-C458-452B-B494-CBFA066AAFA0}" vid="{10EEBE7C-0769-4F35-B6EB-5940E3BEB5F4}"/>
    </a:ext>
  </a:extLst>
</a:theme>
</file>

<file path=ppt/theme/theme2.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irectSourceMarket xmlns="4873beb7-5857-4685-be1f-d57550cc96cc" xsi:nil="true"/>
    <ApprovalStatus xmlns="4873beb7-5857-4685-be1f-d57550cc96cc">InProgress</ApprovalStatus>
    <MarketSpecific xmlns="4873beb7-5857-4685-be1f-d57550cc96cc">false</MarketSpecific>
    <LocComments xmlns="4873beb7-5857-4685-be1f-d57550cc96cc" xsi:nil="true"/>
    <ThumbnailAssetId xmlns="4873beb7-5857-4685-be1f-d57550cc96cc" xsi:nil="true"/>
    <PrimaryImageGen xmlns="4873beb7-5857-4685-be1f-d57550cc96cc">true</PrimaryImageGen>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1566889</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 xsi:nil="true"/>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2012-05-23T08:44:00+00:00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UACurrentWords xmlns="4873beb7-5857-4685-be1f-d57550cc96cc" xsi:nil="true"/>
    <ArtSampleDocs xmlns="4873beb7-5857-4685-be1f-d57550cc96cc" xsi:nil="true"/>
    <UALocRecommendation xmlns="4873beb7-5857-4685-be1f-d57550cc96cc">Localize</UALocRecommendation>
    <Manager xmlns="4873beb7-5857-4685-be1f-d57550cc96cc" xsi:nil="true"/>
    <ShowIn xmlns="4873beb7-5857-4685-be1f-d57550cc96cc">Show everywhere</ShowIn>
    <UANotes xmlns="4873beb7-5857-4685-be1f-d57550cc96cc" xsi:nil="true"/>
    <TemplateStatus xmlns="4873beb7-5857-4685-be1f-d57550cc96cc">Complete</TemplateStatus>
    <InternalTagsTaxHTField0 xmlns="4873beb7-5857-4685-be1f-d57550cc96cc">
      <Terms xmlns="http://schemas.microsoft.com/office/infopath/2007/PartnerControls"/>
    </InternalTagsTaxHTField0>
    <CSXHash xmlns="4873beb7-5857-4685-be1f-d57550cc96cc" xsi:nil="true"/>
    <Downloads xmlns="4873beb7-5857-4685-be1f-d57550cc96cc">0</Downloads>
    <VoteCount xmlns="4873beb7-5857-4685-be1f-d57550cc96cc" xsi:nil="true"/>
    <OOCacheId xmlns="4873beb7-5857-4685-be1f-d57550cc96cc" xsi:nil="true"/>
    <IsDeleted xmlns="4873beb7-5857-4685-be1f-d57550cc96cc">false</IsDeleted>
    <AssetExpire xmlns="4873beb7-5857-4685-be1f-d57550cc96cc">2029-01-01T08:00:00+00:00</AssetExpire>
    <DSATActionTaken xmlns="4873beb7-5857-4685-be1f-d57550cc96cc" xsi:nil="true"/>
    <CSXSubmissionMarket xmlns="4873beb7-5857-4685-be1f-d57550cc96cc" xsi:nil="true"/>
    <TPExecutable xmlns="4873beb7-5857-4685-be1f-d57550cc96cc" xsi:nil="true"/>
    <SubmitterId xmlns="4873beb7-5857-4685-be1f-d57550cc96cc" xsi:nil="true"/>
    <EditorialTags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TP102901017</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836753</LocLastLocAttemptVersionLookup>
    <IsSearchable xmlns="4873beb7-5857-4685-be1f-d57550cc96cc">true</IsSearchable>
    <TemplateTemplateType xmlns="4873beb7-5857-4685-be1f-d57550cc96cc">PowerPoint Design Template</TemplateTemplateType>
    <CampaignTagsTaxHTField0 xmlns="4873beb7-5857-4685-be1f-d57550cc96cc">
      <Terms xmlns="http://schemas.microsoft.com/office/infopath/2007/PartnerControls"/>
    </CampaignTagsTaxHTField0>
    <TPNamespace xmlns="4873beb7-5857-4685-be1f-d57550cc96cc" xsi:nil="true"/>
    <TaxCatchAll xmlns="4873beb7-5857-4685-be1f-d57550cc96cc"/>
    <Markets xmlns="4873beb7-5857-4685-be1f-d57550cc96cc"/>
    <UAProjectedTotalWords xmlns="4873beb7-5857-4685-be1f-d57550cc96cc" xsi:nil="true"/>
    <IntlLangReview xmlns="4873beb7-5857-4685-be1f-d57550cc96cc">false</IntlLangReview>
    <OutputCachingOn xmlns="4873beb7-5857-4685-be1f-d57550cc96cc">false</OutputCachingOn>
    <AverageRating xmlns="4873beb7-5857-4685-be1f-d57550cc96cc" xsi:nil="true"/>
    <APAuthor xmlns="4873beb7-5857-4685-be1f-d57550cc96cc">
      <UserInfo>
        <DisplayName>REDMOND\v-anij</DisplayName>
        <AccountId>2469</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OriginalRelease xmlns="4873beb7-5857-4685-be1f-d57550cc96cc">15</OriginalRelease>
    <TPLaunchHelpLinkType xmlns="4873beb7-5857-4685-be1f-d57550cc96cc">Template</TPLaunchHelpLinkType>
    <LocalizationTagsTaxHTField0 xmlns="4873beb7-5857-4685-be1f-d57550cc96cc">
      <Terms xmlns="http://schemas.microsoft.com/office/infopath/2007/PartnerControls"/>
    </LocalizationTagsTaxHTField0>
    <LocMarketGroupTiers2 xmlns="4873beb7-5857-4685-be1f-d57550cc96cc" xsi:nil="true"/>
  </documentManagement>
</p:properties>
</file>

<file path=customXml/itemProps1.xml><?xml version="1.0" encoding="utf-8"?>
<ds:datastoreItem xmlns:ds="http://schemas.openxmlformats.org/officeDocument/2006/customXml" ds:itemID="{0B5C6E15-39DC-470B-9445-F754B94580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46CFF6F-D9AA-4BC0-911A-0A1356771912}">
  <ds:schemaRefs>
    <ds:schemaRef ds:uri="http://schemas.microsoft.com/sharepoint/v3/contenttype/forms"/>
  </ds:schemaRefs>
</ds:datastoreItem>
</file>

<file path=customXml/itemProps3.xml><?xml version="1.0" encoding="utf-8"?>
<ds:datastoreItem xmlns:ds="http://schemas.openxmlformats.org/officeDocument/2006/customXml" ds:itemID="{04098515-0C12-46CF-BC7C-69B4A13CD5FA}">
  <ds:schemaRefs>
    <ds:schemaRef ds:uri="http://purl.org/dc/elements/1.1/"/>
    <ds:schemaRef ds:uri="http://schemas.microsoft.com/office/2006/metadata/properties"/>
    <ds:schemaRef ds:uri="http://purl.org/dc/terms/"/>
    <ds:schemaRef ds:uri="http://schemas.microsoft.com/office/2006/documentManagement/types"/>
    <ds:schemaRef ds:uri="4873beb7-5857-4685-be1f-d57550cc96cc"/>
    <ds:schemaRef ds:uri="http://schemas.openxmlformats.org/package/2006/metadata/core-properti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Tech Computer 16x9</Template>
  <TotalTime>28</TotalTime>
  <Words>290</Words>
  <Application>Microsoft Macintosh PowerPoint</Application>
  <PresentationFormat>Widescreen</PresentationFormat>
  <Paragraphs>15</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Candara</vt:lpstr>
      <vt:lpstr>Consolas</vt:lpstr>
      <vt:lpstr>Tech Computer 16x9</vt:lpstr>
      <vt:lpstr>Computer Networks a python chatroom with rock paper scissors </vt:lpstr>
      <vt:lpstr>Content</vt:lpstr>
      <vt:lpstr>Use of Explicit Sockets</vt:lpstr>
      <vt:lpstr>Chat messages starting with ‘/’ were intercepted and turned into game moves for rock paper scissors </vt:lpstr>
      <vt:lpstr>Wireshark capture of a localhost test run of the code  1. Lines 1-3 demonstrate the three-way handshake, verifying a successful connection established on port 9619 2.The PSH flag in line 5 indicates the data(player move) was pushed immediately to the application layer ensuring real time responsiveness</vt:lpstr>
      <vt:lpstr>Challenge and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anirudh gopishankar</dc:creator>
  <cp:lastModifiedBy>anirudh gopishankar</cp:lastModifiedBy>
  <cp:revision>1</cp:revision>
  <dcterms:created xsi:type="dcterms:W3CDTF">2025-12-15T18:10:50Z</dcterms:created>
  <dcterms:modified xsi:type="dcterms:W3CDTF">2025-12-15T18:38:57Z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